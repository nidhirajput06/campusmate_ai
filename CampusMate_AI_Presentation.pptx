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731520"/>
            <a:ext cx="29260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C3AED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9436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4600" b="1">
                <a:solidFill>
                  <a:srgbClr val="7C3AED"/>
                </a:solidFill>
                <a:latin typeface="Arial"/>
              </a:defRPr>
            </a:pPr>
            <a:r>
              <a:t>CampusMate AI</a:t>
            </a:r>
          </a:p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Smart Campus Navigation &amp; Student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5486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5486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7C3AED"/>
                </a:solidFill>
                <a:latin typeface="Arial"/>
              </a:defRPr>
            </a:pPr>
            <a:r>
              <a:t>One intelligent platform for campus navigation, student assistance, and campus transport.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12064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PROBLEM STATEMENT ID</a:t>
            </a:r>
          </a:p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SIH-2026-CAMPUSMATE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PROBLEM STATEMENT TITLE</a:t>
            </a:r>
          </a:p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AI-Powered Smart Campus Navigation &amp; Transport Companion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THEME &amp; CATEGORY</a:t>
            </a:r>
          </a:p>
          <a:p>
            <a:pPr>
              <a:spcAft>
                <a:spcPts val="10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Smart Education / Institutional Systems | Software</a:t>
            </a:r>
          </a:p>
          <a:p>
            <a:pPr>
              <a:spcAft>
                <a:spcPts val="2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TEAM ID &amp; TEAM NAME</a:t>
            </a:r>
          </a:p>
          <a:p>
            <a:pPr>
              <a:spcAft>
                <a:spcPts val="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9826585201 | Barbie Squad</a:t>
            </a:r>
          </a:p>
        </p:txBody>
      </p:sp>
      <p:pic>
        <p:nvPicPr>
          <p:cNvPr id="9" name="Picture 8" descr="lnct_monsoon_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4754880"/>
          </a:xfrm>
          <a:prstGeom prst="rect">
            <a:avLst/>
          </a:prstGeom>
        </p:spPr>
      </p:pic>
      <p:pic>
        <p:nvPicPr>
          <p:cNvPr id="10" name="Picture 9" descr="lnc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320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THE CHALLENGE &amp;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Traditional Campus Challenges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- Information Fragmentation: Bus schedules, directories, and notices are scattered across static PDFs and bulletin boards.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- Navigation Hurdles: Visitors and new students struggle to find lecture halls, admin blocks, and facilities inside massive campuses.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- Transit Uncertainty: Lack of active timetable tracking or simulated progress leads to bus stop waiting anxiety.</a:t>
            </a:r>
          </a:p>
          <a:p>
            <a:pPr>
              <a:spcAft>
                <a:spcPts val="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t>- Support Delays: Simple academic queries require physical registration desk visits, causing time inefficiencies.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9496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Proposed Unified Platform Solution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  <a:latin typeface="Arial"/>
              </a:defRPr>
            </a:pPr>
            <a:r>
              <a:t>- Smart Navigation: 3D vector map with route guidance to major buildings.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  <a:latin typeface="Arial"/>
              </a:defRPr>
            </a:pPr>
            <a:r>
              <a:t>- Simulated Bus Tracking: Stop timelines, shift filters, and live ETAs.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  <a:latin typeface="Arial"/>
              </a:defRPr>
            </a:pPr>
            <a:r>
              <a:t>- Contextual AI Assistant: Multi-branch query responses backed by data.</a:t>
            </a:r>
          </a:p>
          <a:p>
            <a:pPr>
              <a:spcAft>
                <a:spcPts val="0"/>
              </a:spcAft>
              <a:defRPr sz="1150" b="0">
                <a:solidFill>
                  <a:srgbClr val="1E293B"/>
                </a:solidFill>
                <a:latin typeface="Arial"/>
              </a:defRPr>
            </a:pPr>
            <a:r>
              <a:t>- Explore Gallery: Integrated photo catalog mapping assets to blocks.</a:t>
            </a:r>
          </a:p>
        </p:txBody>
      </p:sp>
      <p:pic>
        <p:nvPicPr>
          <p:cNvPr id="9" name="Picture 8" descr="lnct_monsoon_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931920"/>
            <a:ext cx="50292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SYSTEM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User Interface Layer (Mobile-First Viewports)</a:t>
            </a:r>
          </a:p>
          <a:p>
            <a:pPr>
              <a:spcAft>
                <a:spcPts val="0"/>
              </a:spcAft>
              <a:defRPr sz="950" b="0">
                <a:solidFill>
                  <a:srgbClr val="FFFFFF"/>
                </a:solidFill>
                <a:latin typeface="Arial"/>
              </a:defRPr>
            </a:pPr>
            <a:r>
              <a:t>HTML5 | Vanilla CSS | HSL Theme Colors | Responsive Breakpoints (320px-430px)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37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Frontend Interface &amp; Module Controllers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- MapPage: Vector layouts, path highlighting, and photo overlay triggers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- BusTracking: Decoupled simulation clock, progress calculations, and ETAs</a:t>
            </a:r>
          </a:p>
          <a:p>
            <a:pPr>
              <a:spcAft>
                <a:spcPts val="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- Departments: Tabbed academic directories with search indices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5303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49377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Mathematical &amp; Local Logic Services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- Haversine Distance Formula: Dynamic telemetry distance in kilometers</a:t>
            </a:r>
          </a:p>
          <a:p>
            <a:pPr>
              <a:spcAft>
                <a:spcPts val="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- Simulation Clock Engine: Progression intervals for mockup GPS coordinates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37760"/>
            <a:ext cx="53035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49377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Factual Structured Database Layer (Local JS Modules)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- campusData.js: Location aliases, verified stop grids, schedules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- academicData.js: 17 schools and their respective course lists</a:t>
            </a:r>
          </a:p>
          <a:p>
            <a:pPr>
              <a:spcAft>
                <a:spcPts val="0"/>
              </a:spcAft>
              <a:defRPr sz="950" b="1">
                <a:solidFill>
                  <a:srgbClr val="EA580C"/>
                </a:solidFill>
                <a:latin typeface="Arial"/>
              </a:defRPr>
            </a:pPr>
            <a:r>
              <a:t>- Future Live GPS: Hardware GPS -&gt; REST APIs -&gt; Client WebSockets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39496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Verified Technology Stack</a:t>
            </a:r>
          </a:p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Languages</a:t>
            </a:r>
          </a:p>
          <a:p>
            <a:pPr>
              <a:spcAft>
                <a:spcPts val="10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ES6+ JavaScript, HTML5, CSS3</a:t>
            </a:r>
          </a:p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Frontend Library &amp; Build Tools</a:t>
            </a:r>
          </a:p>
          <a:p>
            <a:pPr>
              <a:spcAft>
                <a:spcPts val="10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React 19 (Hooks, Context), Vite 8 (Hot Module Replacement)</a:t>
            </a:r>
          </a:p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Map Library &amp; Tiles</a:t>
            </a:r>
          </a:p>
          <a:p>
            <a:pPr>
              <a:spcAft>
                <a:spcPts val="10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Leaflet JS 1.9.4 | OpenStreetMap Tile Servers</a:t>
            </a:r>
          </a:p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Linting &amp; Code Quality</a:t>
            </a:r>
          </a:p>
          <a:p>
            <a:pPr>
              <a:spcAft>
                <a:spcPts val="10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Oxlint Linter (Zero warnings, zero errors compile)</a:t>
            </a:r>
          </a:p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Data Architecture</a:t>
            </a:r>
          </a:p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Local client JS data modules for instant, offline-ready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IMPLEMENTATION &amp;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Feasibility &amp;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Feasibility Assessment</a:t>
            </a:r>
          </a:p>
          <a:p>
            <a:pPr>
              <a:spcAft>
                <a:spcPts val="4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Technical Feasibility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Lightweight client-side build requires no heavy database servers.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Leaflet maps run smoothly on budget mobile processors.</a:t>
            </a:r>
          </a:p>
          <a:p>
            <a:pPr>
              <a:spcAft>
                <a:spcPts val="4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Operational Feasibility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Transport coordinators can update bus schedules easily via campusData.js.</a:t>
            </a:r>
          </a:p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Standardised UI is user-friendly for all university stakeholders.</a:t>
            </a:r>
          </a:p>
        </p:txBody>
      </p:sp>
      <p:pic>
        <p:nvPicPr>
          <p:cNvPr id="7" name="Picture 6" descr="lnct_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4937760" cy="1920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463040"/>
            <a:ext cx="539496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Risk &amp; Mitigation Matrix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1. Inaccurate timing ETAs due to traffic</a:t>
            </a:r>
          </a:p>
          <a:p>
            <a:pPr>
              <a:spcAft>
                <a:spcPts val="1000"/>
              </a:spcAft>
              <a:defRPr sz="1050" b="0">
                <a:solidFill>
                  <a:srgbClr val="64748B"/>
                </a:solidFill>
                <a:latin typeface="Arial"/>
              </a:defRPr>
            </a:pPr>
            <a:r>
              <a:t>  - Mitigation: Haversine distance telemetry shows actual physical distances.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2. GPS loss inside structures/basements</a:t>
            </a:r>
          </a:p>
          <a:p>
            <a:pPr>
              <a:spcAft>
                <a:spcPts val="1000"/>
              </a:spcAft>
              <a:defRPr sz="1050" b="0">
                <a:solidFill>
                  <a:srgbClr val="64748B"/>
                </a:solidFill>
                <a:latin typeface="Arial"/>
              </a:defRPr>
            </a:pPr>
            <a:r>
              <a:t>  - Mitigation: Fallback stop-to-stop simulation clock interpolation.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Arial"/>
              </a:defRPr>
            </a:pPr>
            <a:r>
              <a:t>3. Offline access constraints</a:t>
            </a:r>
          </a:p>
          <a:p>
            <a:pPr>
              <a:spcAft>
                <a:spcPts val="1200"/>
              </a:spcAft>
              <a:defRPr sz="1050" b="0">
                <a:solidFill>
                  <a:srgbClr val="64748B"/>
                </a:solidFill>
                <a:latin typeface="Arial"/>
              </a:defRPr>
            </a:pPr>
            <a:r>
              <a:t>  - Mitigation: Pre-bundled local JS data runs without network connection.</a:t>
            </a:r>
          </a:p>
          <a:p>
            <a:pPr>
              <a:spcAft>
                <a:spcPts val="4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Platform Limitations</a:t>
            </a:r>
          </a:p>
          <a:p>
            <a:pPr>
              <a:spcAft>
                <a:spcPts val="4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  - OpenStreetMap tiles require active internet connection to load.</a:t>
            </a:r>
          </a:p>
          <a:p>
            <a:pPr>
              <a:spcAft>
                <a:spcPts val="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  - Real-time GPS tracking is simulated; hardware device installs on buses are required for live telemetry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VALUE PROPOSITION &amp; USER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Impact &amp;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Ecosystem Benefits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Students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Zero transit anxiety, immediate room directions, fast academic search.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Administration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Modernised digital catalog, simplified student onboarding.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Transport Team</a:t>
            </a:r>
          </a:p>
          <a:p>
            <a:pPr>
              <a:spcAft>
                <a:spcPts val="12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Operational timing checks and clear stop-level visualizations.</a:t>
            </a:r>
          </a:p>
          <a:p>
            <a:pPr>
              <a:spcAft>
                <a:spcPts val="400"/>
              </a:spcAft>
              <a:defRPr sz="1200" b="1">
                <a:solidFill>
                  <a:srgbClr val="7C3AED"/>
                </a:solidFill>
                <a:latin typeface="Arial"/>
              </a:defRPr>
            </a:pPr>
            <a:r>
              <a:t>Unique Value Proposition</a:t>
            </a:r>
          </a:p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Replacing scattered PDF timetables, static maps, and directories with a single, mobile-responsive campus companion.</a:t>
            </a:r>
          </a:p>
        </p:txBody>
      </p:sp>
      <p:pic>
        <p:nvPicPr>
          <p:cNvPr id="7" name="Picture 6" descr="lnct_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4937760" cy="1463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463040"/>
            <a:ext cx="539496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Credible Feature Comparison Matrix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103120"/>
          <a:ext cx="5029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Capability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Generic Maps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Web Portals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CampusMate AI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Building Search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Bus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static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Timetable ETAs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static PDF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Contextual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Explore Gallery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Mobile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EA580C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25603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A580C"/>
                </a:solidFill>
                <a:latin typeface="Arial"/>
              </a:defRPr>
            </a:pPr>
            <a:r>
              <a:t>BIBLIOGRAPHY &amp; DEPLOYMENT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Research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Bibliographical References</a:t>
            </a:r>
          </a:p>
          <a:p>
            <a:pPr>
              <a:spcAft>
                <a:spcPts val="4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1. Institutional Information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LNCT University Transport Department stop timing datasets.</a:t>
            </a:r>
          </a:p>
          <a:p>
            <a:pPr>
              <a:spcAft>
                <a:spcPts val="12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LNCT 360 Degree Virtual Tour directories and maps.</a:t>
            </a:r>
          </a:p>
          <a:p>
            <a:pPr>
              <a:spcAft>
                <a:spcPts val="4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2. Technical Specifications &amp; APIs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Leaflet API documentation for markers, routing, and layer controls.</a:t>
            </a:r>
          </a:p>
          <a:p>
            <a:pPr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OpenStreetMap Foundation map tile rendering server guidelines.</a:t>
            </a:r>
          </a:p>
          <a:p>
            <a:pPr>
              <a:spcAft>
                <a:spcPts val="12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React 19 component lifecycle rendering paradigms and Vite documentation.</a:t>
            </a:r>
          </a:p>
          <a:p>
            <a:pPr>
              <a:spcAft>
                <a:spcPts val="400"/>
              </a:spcAft>
              <a:defRPr sz="1200" b="1">
                <a:solidFill>
                  <a:srgbClr val="EA580C"/>
                </a:solidFill>
                <a:latin typeface="Arial"/>
              </a:defRPr>
            </a:pPr>
            <a:r>
              <a:t>3. Mathematical Standards</a:t>
            </a:r>
          </a:p>
          <a:p>
            <a:pPr>
              <a:spcAft>
                <a:spcPts val="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  - Haversine formula specifications for geographic telemetry over spheres.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9496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0292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7C3AED"/>
                </a:solidFill>
                <a:latin typeface="Arial"/>
              </a:defRPr>
            </a:pPr>
            <a:r>
              <a:t>Project Verification Links</a:t>
            </a:r>
          </a:p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GitHub Remote Repository</a:t>
            </a:r>
          </a:p>
          <a:p>
            <a:pPr>
              <a:spcAft>
                <a:spcPts val="80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  - https://github.com/NidhiRajput06/Campusmate_ai</a:t>
            </a:r>
          </a:p>
          <a:p>
            <a:pPr>
              <a:spcAft>
                <a:spcPts val="200"/>
              </a:spcAft>
              <a:defRPr sz="1100" b="1">
                <a:solidFill>
                  <a:srgbClr val="EA580C"/>
                </a:solidFill>
                <a:latin typeface="Arial"/>
              </a:defRPr>
            </a:pPr>
            <a:r>
              <a:t>Active Local Wi-Fi Server Link</a:t>
            </a:r>
          </a:p>
          <a:p>
            <a:pPr>
              <a:spcAft>
                <a:spcPts val="0"/>
              </a:spcAft>
              <a:defRPr sz="1050" b="0">
                <a:solidFill>
                  <a:srgbClr val="1E293B"/>
                </a:solidFill>
                <a:latin typeface="Arial"/>
              </a:defRPr>
            </a:pPr>
            <a:r>
              <a:t>  - http://192.168.1.9:5173/  (Exposed on Wi-Fi for mobile)</a:t>
            </a:r>
          </a:p>
        </p:txBody>
      </p:sp>
      <p:pic>
        <p:nvPicPr>
          <p:cNvPr id="9" name="Picture 8" descr="lnct_campus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9184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813</Words>
  <Application>Microsoft Office PowerPoint</Application>
  <PresentationFormat>Widescreen</PresentationFormat>
  <Paragraphs>126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Nidhi Rajput</cp:lastModifiedBy>
  <cp:revision>1</cp:revision>
  <dcterms:created xsi:type="dcterms:W3CDTF">2013-01-27T09:14:16Z</dcterms:created>
  <dcterms:modified xsi:type="dcterms:W3CDTF">2026-08-12T11:17:57Z</dcterms:modified>
  <cp:category/>
</cp:coreProperties>
</file>